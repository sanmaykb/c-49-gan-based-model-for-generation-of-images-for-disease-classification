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700" b="1">
                <a:solidFill>
                  <a:srgbClr val="2E74B5"/>
                </a:solidFill>
                <a:latin typeface="Aptos"/>
              </a:defRPr>
            </a:pPr>
            <a:r>
              <a:t>Motilal Nehru National Institute of Technology Allahabad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188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F4E79"/>
                </a:solidFill>
                <a:latin typeface="Aptos"/>
              </a:defRPr>
            </a:pPr>
            <a:r>
              <a:t>GAN-Based Medical Image Generation for Skin Disease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800" b="0">
                <a:solidFill>
                  <a:srgbClr val="232D37"/>
                </a:solidFill>
                <a:latin typeface="Aptos"/>
              </a:defRPr>
            </a:pPr>
            <a:r>
              <a:t>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E74B5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840480"/>
            <a:ext cx="7955279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0">
                <a:solidFill>
                  <a:srgbClr val="232D37"/>
                </a:solidFill>
                <a:latin typeface="Aptos"/>
              </a:defRPr>
            </a:pPr>
            <a:r>
              <a:t>Mohd Shaad  |  20233187</a:t>
            </a:r>
            <a:br/>
            <a:r>
              <a:t>Mayukh Panja  |  20233534</a:t>
            </a:r>
            <a:br/>
            <a:r>
              <a:t>Sanmay Kumar Biswas  |  20233253</a:t>
            </a:r>
            <a:br/>
            <a:r>
              <a:t>Sahil Mukeshbhai Patel  |  20233556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  <a:latin typeface="Aptos"/>
              </a:defRPr>
            </a:pPr>
            <a:r>
              <a:t>Faculty Mentor: Dr. Rajitha B.     •     Section C / Team C49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2E74B5"/>
                </a:solidFill>
                <a:latin typeface="Aptos"/>
              </a:defRPr>
            </a:pPr>
            <a:r>
              <a:t>A controlled experiment on class-conditioned image generation and downstream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Problem: labelled skin-disease image datasets can be limited and uneven across classes.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Approach: train a Conditional GAN to generate class-conditioned 64 × 64 RGB images.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Evaluation: compare a CNN trained on real images with the same CNN trained on real + generated images.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Research question: did the synthetic samples improve validation classification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Prepare a nine-class skin-disease image dataset.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Train a CGAN using a 128-dimensional latent vector and a 9-dimensional one-hot class condition.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Generate 20 synthetic images per class (180 total).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Train and compare real-only and real-plus-synthetic CNN classifiers.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Interpret accuracy and macro F1 together, with explicit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Source: Kaggle — Skin Disease Classification Image Dataset (riyaelizashaju).</a:t>
            </a:r>
          </a:p>
          <a:p>
            <a:pPr>
              <a:spcAft>
                <a:spcPts val="14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Subset used: Split_smol.</a:t>
            </a:r>
          </a:p>
          <a:p>
            <a:pPr>
              <a:spcAft>
                <a:spcPts val="14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Working split: 697 training images and 181 validation images.</a:t>
            </a:r>
          </a:p>
          <a:p>
            <a:pPr>
              <a:spcAft>
                <a:spcPts val="14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No independent test folder was available.</a:t>
            </a:r>
          </a:p>
          <a:p>
            <a:pPr>
              <a:spcAft>
                <a:spcPts val="14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Nine classes: Actinic keratosis; Atopic Dermatitis; Benign keratosis; Dermatofibroma; Melanocytic nevus; Melanoma; Squamous cell carcinoma; Tinea Ringworm Candidiasis; Vascular lesion.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Methodology: CGAN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Generator input: random latent noise (dimension 128) + one-hot class label (dimension 9).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Generator output: 64 × 64 RGB synthetic skin-disease image.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Discriminator: learns to distinguish real and generated samples while using class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Generation: 20 samples per class × 9 classes = 180 synthetic images.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Observed quality: generated samples were blurry and lacked fine visual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Methodology: downstream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Compact CNN: three Conv2D blocks → Global Average Pooling → Dense → Dropout → 9-way softmax.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Model size: 102,089 parameters.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Both experimental conditions used the same classifier design and 10 training epochs.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Real-only condition: 697 real training images.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Augmented condition: 697 real + 180 synthetic = 877 training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00400"/>
                <a:gridCol w="3657600"/>
              </a:tblGrid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Real-only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Real + synthetic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Final validation accuracy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29.28%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28.73%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0.2223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0.2315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Best validation accuracy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32.60% (epoch 6)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31.49% (epoch 7)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Final validation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1.6967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1.7739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alid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4617720"/>
            <a:ext cx="46634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What do the results tell 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Final validation accuracy fell by 0.55 percentage points after synthetic augmentation (29.28% → 28.73%).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Macro F1 increased slightly (0.2223 → 0.2315).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Best validation accuracy during training was higher in the real-only run (32.60% vs 31.49%).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Conclusion: this experiment does not show an overall accuracy benefit from adding the generated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Synthetic sample check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Baseline-classifier label agreement: 38/180 generated images = 21.11%. This is a weak proxy, not expert ground truth.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Small dataset and no independent test set.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Generated images were blurry and lacked fine detail.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Only one run per condition; no confidence intervals or significance testing.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Saved classifier models are final-epoch weights, not best-validation checkpoints.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Implemented a CGAN-based image-generation pipeline and two downstream CNN training conditions.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Real + synthetic data did not improve final validation accuracy; macro F1 improved only slightly.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Future work: higher-resolution generation, stronger quality checks, dermatologist review, larger dataset, independent test set, best-checkpoint saving, and repeated runs.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Academic prototype only — not clinically validated and not for diagnosis or treatment.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320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2E74B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900" b="0">
                <a:solidFill>
                  <a:srgbClr val="6E7882"/>
                </a:solidFill>
                <a:latin typeface="Aptos"/>
              </a:defRPr>
            </a:pPr>
            <a:r>
              <a:t>Section C · Team C49  |  Mini Project (CSN17351)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996696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900" b="0">
                <a:solidFill>
                  <a:srgbClr val="232D37"/>
                </a:solidFill>
                <a:latin typeface="Aptos"/>
              </a:defRPr>
            </a:pPr>
            <a:r>
              <a:t>Faculty Mentor: Dr. Rajitha B.</a:t>
            </a:r>
            <a:br/>
            <a:r>
              <a:t>Section C · Team C49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